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"/>
              </a:rPr>
              <a:t>pip install -r scripts/requirements.txt</a:t>
            </a:r>
          </a:p>
          <a:p>
            <a:pPr lvl="0"/>
            <a:r>
              <a:rPr sz="1800">
                <a:latin typeface="Courier"/>
              </a:rPr>
              <a:t>git init</a:t>
            </a:r>
            <a:r>
              <a:rPr sz="1800"/>
              <a:t>, then </a:t>
            </a:r>
            <a:r>
              <a:rPr sz="1800">
                <a:latin typeface="Courier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sz="1800">
                <a:latin typeface="Courier"/>
              </a:rPr>
              <a:t>winget install</a:t>
            </a:r>
            <a:r>
              <a:rPr sz="1800"/>
              <a:t> needed </a:t>
            </a:r>
            <a:r>
              <a:rPr sz="1800">
                <a:latin typeface="Courier"/>
              </a:rPr>
              <a:t>--scope user</a:t>
            </a:r>
            <a:r>
              <a:rPr sz="1800"/>
              <a:t> to dodge an admin-elevation prompt that silently failed in a non-interactive shell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600"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"/>
              </a:rPr>
              <a:t>name</a:t>
            </a:r>
            <a:r>
              <a:rPr sz="1800"/>
              <a:t> + </a:t>
            </a:r>
            <a:r>
              <a:rPr sz="1800">
                <a:latin typeface="Courier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2026-07-24T18:14:20Z</dcterms:created>
  <dcterms:modified xsi:type="dcterms:W3CDTF">2026-07-24T18:14:20Z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