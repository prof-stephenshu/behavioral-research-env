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63800" y="1193800"/>
            <a:ext cx="422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Claude Code shown here – a free Google Antigravity stack maps onto this same architecture, no paid tier required (see workbook Section 7.6).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 New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 New"/>
              </a:rPr>
              <a:t>pip install -r scripts/requirements.txt</a:t>
            </a:r>
          </a:p>
          <a:p>
            <a:pPr lvl="0"/>
            <a:r>
              <a:rPr sz="1800">
                <a:latin typeface="Courier New"/>
              </a:rPr>
              <a:t>git init</a:t>
            </a:r>
            <a:r>
              <a:rPr sz="1800"/>
              <a:t>, then </a:t>
            </a:r>
            <a:r>
              <a:rPr sz="1800">
                <a:latin typeface="Courier New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b="1" sz="1800"/>
              <a:t>winget</a:t>
            </a:r>
            <a:r>
              <a:rPr sz="1800"/>
              <a:t> (Windows) needed </a:t>
            </a:r>
            <a:r>
              <a:rPr sz="1800">
                <a:latin typeface="Courier New"/>
              </a:rPr>
              <a:t>--scope user</a:t>
            </a:r>
            <a:r>
              <a:rPr sz="1800"/>
              <a:t> to dodge a silent admin-elevation failure – </a:t>
            </a:r>
            <a:r>
              <a:rPr b="1" sz="1800"/>
              <a:t>Homebrew</a:t>
            </a:r>
            <a:r>
              <a:rPr sz="1800"/>
              <a:t> (Mac) has no such prompt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 New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300">
                <a:latin typeface="Courier New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 New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 New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 New"/>
              </a:rPr>
              <a:t>name</a:t>
            </a:r>
            <a:r>
              <a:rPr sz="1800"/>
              <a:t> + </a:t>
            </a:r>
            <a:r>
              <a:rPr sz="1800">
                <a:latin typeface="Courier New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 New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 New"/>
              </a:rPr>
              <a:t>research_design.md</a:t>
            </a:r>
            <a:r>
              <a:rPr/>
              <a:t>, </a:t>
            </a:r>
            <a:r>
              <a:rPr>
                <a:latin typeface="Courier New"/>
              </a:rPr>
              <a:t>stimuli/*.md</a:t>
            </a:r>
            <a:r>
              <a:rPr/>
              <a:t>, </a:t>
            </a:r>
            <a:r>
              <a:rPr>
                <a:latin typeface="Courier New"/>
              </a:rPr>
              <a:t>population_spec.md</a:t>
            </a:r>
            <a:r>
              <a:rPr/>
              <a:t>, </a:t>
            </a:r>
            <a:r>
              <a:rPr>
                <a:latin typeface="Courier New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 New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 New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Bootstrapping Your Own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talk built Stages 3-4-5-7 for one research topic – what if you want this for a </a:t>
            </a:r>
            <a:r>
              <a:rPr i="1"/>
              <a:t>different</a:t>
            </a:r>
            <a:r>
              <a:rPr/>
              <a:t> one, starting from zero?</a:t>
            </a:r>
          </a:p>
          <a:p>
            <a:pPr lvl="0"/>
            <a:r>
              <a:rPr/>
              <a:t>Same tool, same conversation-first approach: plan with Claude Code before building anything</a:t>
            </a:r>
          </a:p>
          <a:p>
            <a:pPr lvl="0"/>
            <a:r>
              <a:rPr/>
              <a:t>The next few slides walk through that planning-and-scoping process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by planning all 9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your own version of </a:t>
            </a:r>
            <a:r>
              <a:rPr i="1"/>
              <a:t>all 9 stages</a:t>
            </a:r>
            <a:r>
              <a:rPr/>
              <a:t> to Claude Code, even the ones you won’t build yet</a:t>
            </a:r>
          </a:p>
          <a:p>
            <a:pPr lvl="0"/>
            <a:r>
              <a:rPr/>
              <a:t>Goal at this point: a shared understanding of scope, not code – inputs, outputs, and how much judgment each stage needs</a:t>
            </a:r>
          </a:p>
          <a:p>
            <a:pPr lvl="0"/>
            <a:r>
              <a:rPr/>
              <a:t>Treat it like any project-scoping conversation you’d have with a human collaborator, before writing a line of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roadmap: build now, build next, reserved</a:t>
            </a:r>
          </a:p>
        </p:txBody>
      </p:sp>
      <p:pic>
        <p:nvPicPr>
          <p:cNvPr descr="assets/roadmap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scoping call for your own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 first the stages with the clearest inputs -&gt; outputs and the least open-ended judgment</a:t>
            </a:r>
          </a:p>
          <a:p>
            <a:pPr lvl="0"/>
            <a:r>
              <a:rPr/>
              <a:t>For this project: Stages 3-4 (design -&gt; test) qualified; Stages 1, 2, 6, 8, 9 need more conversational nuance than a fixed pipeline can give yet</a:t>
            </a:r>
          </a:p>
          <a:p>
            <a:pPr lvl="0"/>
            <a:r>
              <a:rPr/>
              <a:t>Stages 5 and 7 weren’t abandoned – just sequenced for </a:t>
            </a:r>
            <a:r>
              <a:rPr i="1"/>
              <a:t>after</a:t>
            </a:r>
            <a:r>
              <a:rPr/>
              <a:t> the core loop was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35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prompt: draft the Skill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Claude Code at one of this project’s real skills as a style reference, and ask it to draft a new one for your topic</a:t>
            </a:r>
          </a:p>
          <a:p>
            <a:pPr lvl="0"/>
            <a:r>
              <a:rPr i="1"/>
              <a:t>“Here’s an example SKILL.md [paste one]. Draft a new one in this style for [your stage’s inputs/outputs].”</a:t>
            </a:r>
          </a:p>
          <a:p>
            <a:pPr lvl="0"/>
            <a:r>
              <a:rPr b="1"/>
              <a:t>What you get back:</a:t>
            </a:r>
            <a:r>
              <a:rPr/>
              <a:t> a draft </a:t>
            </a:r>
            <a:r>
              <a:rPr>
                <a:latin typeface="Courier New"/>
              </a:rPr>
              <a:t>SKILL.md</a:t>
            </a:r>
            <a:r>
              <a:rPr/>
              <a:t> – review it, adjust the required-inputs list to fit your research area, save it under </a:t>
            </a:r>
            <a:r>
              <a:rPr>
                <a:latin typeface="Courier New"/>
              </a:rPr>
              <a:t>.claude/skills/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Validate before you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a tiny throwaway example first: a made-up stimulus for a design skill, N=5-10 for a synthetic-test skill</a:t>
            </a:r>
          </a:p>
          <a:p>
            <a:pPr lvl="0"/>
            <a:r>
              <a:rPr/>
              <a:t>Check the output shape before trusting it, and iterate the skill’s wording based on what comes back</a:t>
            </a:r>
          </a:p>
          <a:p>
            <a:pPr lvl="0"/>
            <a:r>
              <a:rPr/>
              <a:t>Same pilot-before-scale discipline as the main study – applied one level up, to the skill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37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happened next in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Once Stages 3-4 were validated end-to-end (the N=20 pilot, then N=400 scale-up), the same bootstrap-then-validate pattern extended the workflow to Stage 5 (analysis) and Stage 7 (writeup)</a:t>
            </a:r>
          </a:p>
          <a:p>
            <a:pPr lvl="0"/>
            <a:r>
              <a:rPr/>
              <a:t>Stages 1, 2, 6, 8, 9 remain reserved – not abandoned, just not yet specified enough to automate</a:t>
            </a:r>
          </a:p>
          <a:p>
            <a:pPr lvl="0"/>
            <a:r>
              <a:rPr/>
              <a:t>The lesson holds at every level of this workflow: scope small, validate, then expand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38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</dc:creator>
  <cp:keywords/>
  <dcterms:created xsi:type="dcterms:W3CDTF">2026-09-03T18:58:44Z</dcterms:created>
  <dcterms:modified xsi:type="dcterms:W3CDTF">2026-09-03T18:58:44Z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